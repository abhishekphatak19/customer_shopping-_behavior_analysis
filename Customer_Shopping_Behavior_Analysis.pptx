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840480"/>
            <a:ext cx="1371600" cy="1371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8745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2514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0292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8404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840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23160" y="38404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23160" y="3840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43400" y="38404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3400" y="3840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63640" y="38404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840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Phatak  |  Data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About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120640" cy="2651760"/>
          </a:xfrm>
          <a:prstGeom prst="rect">
            <a:avLst/>
          </a:prstGeom>
          <a:solidFill>
            <a:srgbClr val="E2F8F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performs a comprehensive analysis of customer shopping behavior using a real-world retail dataset. The goal is to extract actionable business insights by combining data cleaning, SQL analytics, and interactive dashboards.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follows a complete data pipeline — from raw data to business decision support.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852160" y="1463040"/>
            <a:ext cx="29260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1517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 → Analyzed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377440"/>
            <a:ext cx="29260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14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24323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2240" y="2761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 &amp; KPIs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52160" y="3291840"/>
            <a:ext cx="292608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4290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467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92240" y="3675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interactive report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Project: Python  →  SQL  →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6596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12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2907792"/>
            <a:ext cx="8686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1463040"/>
            <a:ext cx="196596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6002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14600" y="2212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514600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Queries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063240" y="2907792"/>
            <a:ext cx="8686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0604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joins,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1463040"/>
            <a:ext cx="196596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600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2212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63440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212080" y="2907792"/>
            <a:ext cx="8686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5488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filters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category-level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812280" y="1463040"/>
            <a:ext cx="196596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6002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12280" y="22128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812280" y="25786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IDE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60920" y="2907792"/>
            <a:ext cx="86868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903720" y="301752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EDA,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documentation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Technologies  •  1 Seamless Workflow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474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customer_shopping_behavior.csv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3977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140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2414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16352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16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0" y="28163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/ 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3977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0" y="3218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21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60320" y="36210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Clothing, Footwear…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3977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($)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0" y="4023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transaction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425696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256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0320" y="4425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Region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011680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12280" y="2011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/ Summer…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2414016"/>
            <a:ext cx="3977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4140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12280" y="2414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rating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816352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816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12280" y="28163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3218688"/>
            <a:ext cx="3977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2186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12280" y="3218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Cash, etc.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621024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6210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12280" y="36210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4023360"/>
            <a:ext cx="3977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Used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812280" y="4023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17720" y="4425696"/>
            <a:ext cx="3977640" cy="347472"/>
          </a:xfrm>
          <a:prstGeom prst="rect">
            <a:avLst/>
          </a:prstGeom>
          <a:solidFill>
            <a:srgbClr val="E2F8F5"/>
          </a:solidFill>
          <a:ln w="6350">
            <a:solidFill>
              <a:srgbClr val="5EEA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44256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812280" y="4425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count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retail dataset with demographic, behavioral &amp; transactional attributes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PYTHON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73152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handled all null/missing values across every column to ensure data completeness.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4630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463040"/>
            <a:ext cx="73152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7276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554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0574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dropped duplicate records to maintain data integrity and avoid skewed results.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5760" y="30632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063240"/>
            <a:ext cx="73152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154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Standardization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36576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 for numeric, categorical, and boolean fields for accurate analysis.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46320" y="306324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3063240"/>
            <a:ext cx="73152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7296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154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Normalization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0" y="36576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inconsistent string values in Gender, Season, and Category columns.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is the foundation of reliable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SQL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Query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60520" cy="1078992"/>
          </a:xfrm>
          <a:prstGeom prst="rect">
            <a:avLst/>
          </a:prstGeom>
          <a:solidFill>
            <a:srgbClr val="E2F8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270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total and average spending between male and female customers to identify dominant segments.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4160520" cy="1078992"/>
          </a:xfrm>
          <a:prstGeom prst="rect">
            <a:avLst/>
          </a:prstGeom>
          <a:solidFill>
            <a:srgbClr val="E2F8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63040"/>
            <a:ext cx="5486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373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5270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on Spend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874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whether discount or promo code usage led to higher average purchase amounts.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4160520" cy="1078992"/>
          </a:xfrm>
          <a:prstGeom prst="rect">
            <a:avLst/>
          </a:prstGeom>
          <a:solidFill>
            <a:srgbClr val="E2F8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51760"/>
            <a:ext cx="5486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7157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632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customers into New, Returning, and Loyal tiers based on previous purchase history.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651760"/>
            <a:ext cx="4160520" cy="1078992"/>
          </a:xfrm>
          <a:prstGeom prst="rect">
            <a:avLst/>
          </a:prstGeom>
          <a:solidFill>
            <a:srgbClr val="E2F8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651760"/>
            <a:ext cx="5486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7157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Products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0632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product categories and items by total revenue to identify bestsellers.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4160520" cy="1078992"/>
          </a:xfrm>
          <a:prstGeom prst="rect">
            <a:avLst/>
          </a:prstGeom>
          <a:solidFill>
            <a:srgbClr val="E2F8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5486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14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904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2519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purchase patterns across Spring, Summer, Fall, and Winter seasons.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840480"/>
            <a:ext cx="4160520" cy="1078992"/>
          </a:xfrm>
          <a:prstGeom prst="rect">
            <a:avLst/>
          </a:prstGeom>
          <a:solidFill>
            <a:srgbClr val="E2F8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840480"/>
            <a:ext cx="54864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114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904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vs Non-sub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2519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average revenue, frequency, and rating between subscribers and non-subscribers.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SQL queries covering revenue, segmentation, discounts &amp; seasonal trends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POWER BI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754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EEA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367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563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9264" y="18653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total customers &amp; avg. rating at a glance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331720"/>
            <a:ext cx="4754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EEA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4597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2386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9264" y="26883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Bar/pie breakdown of spend by product category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154680"/>
            <a:ext cx="4754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EEAD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8269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9264" y="3209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Insights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9264" y="35112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vs. non-subscriber revenue comparison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3977640"/>
            <a:ext cx="4754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EEAD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1056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9264" y="40325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69264" y="43342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gender, season, location &amp; payment method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0" y="1508760"/>
            <a:ext cx="32918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486400" y="1581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$125K+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5486400" y="2020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0" y="22037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0" y="2606040"/>
            <a:ext cx="32918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486400" y="2679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★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5486400" y="31181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0" y="33009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0" y="3703320"/>
            <a:ext cx="32918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5486400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3,900+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5486400" y="4215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486400" y="43982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.pbix file included in the repository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16002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9436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Drive Revenue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09728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49961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active subscriptions consistently generate higher average revenue per transaction compared to non-subscribers.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4206240" cy="16002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05840"/>
            <a:ext cx="59436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5087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532120" y="1097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= Growth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09728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49961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and loyal customers are the primary growth engine — repeat purchase count strongly correlates with lifetime spend.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834640"/>
            <a:ext cx="4206240" cy="16002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834640"/>
            <a:ext cx="59436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33375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05156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Influence Decisions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92608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332841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used discount or promo codes showed measurably higher average purchase amounts, validating discount strategies.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46320" y="2834640"/>
            <a:ext cx="4206240" cy="16002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2834640"/>
            <a:ext cx="59436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0" y="33375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553212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Dominance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926080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32120" y="3328416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top-performing product category by revenue, followed by Footwear — these two categories account for the majority of sales.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insights to guide marketing, pricing &amp; CRM strategy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Enables for Business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3154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Identification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05840" y="2697480"/>
            <a:ext cx="1325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8346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high-value customer segments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33832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loyal vs. at-risk customers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39319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targeted retention programs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0" y="1463040"/>
            <a:ext cx="2606040" cy="3154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00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Marketing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840480" y="2697480"/>
            <a:ext cx="1325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37560" y="28346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campaigns by age &amp; gender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337560" y="33832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promo &amp; discount strategies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337560" y="39319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subscriptions for upselling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35040" y="1463040"/>
            <a:ext cx="2606040" cy="3154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Optimization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675120" y="2697480"/>
            <a:ext cx="1325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72200" y="28346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discount-sensitive customers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172200" y="33832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seasonal pricing adjustments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172200" y="39319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buNone/>
            </a:pPr>
            <a:r>
              <a:rPr lang="en-US" sz="115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revenue per category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 that matter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1848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5179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08760" y="1847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to forecast customer churn and next purchase value using classification/regression algorithms.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31343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313432"/>
            <a:ext cx="548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688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2368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Dashboard Deployment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508760" y="2697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Power BI dashboard to the web (Power BI Service or Streamlit) for real-time stakeholder access.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316382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163824"/>
            <a:ext cx="548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33467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1927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Pipeline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508760" y="3547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scheduled ETL pipeline (Python + SQL) to auto-refresh data and dashboard with minimal manual effort.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" y="401421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65760" y="4014216"/>
            <a:ext cx="5486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4197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69664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Segmentation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508760" y="43982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clustering algorithms (K-Means, RFM) for deeper customer micro-segmentation and personalization.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improvement: analytics → prediction →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Power BI  •  Jupyter Notebook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429000"/>
            <a:ext cx="45720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Phatak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SQL  |  Power BI  |  Python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github.com/Abhishekphatak19/Customer_Shopping-_Behavior_Analysis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Abhishek Phatak</dc:creator>
  <cp:lastModifiedBy>Abhishek Phatak</cp:lastModifiedBy>
  <cp:revision>1</cp:revision>
  <dcterms:created xsi:type="dcterms:W3CDTF">2026-05-04T18:25:50Z</dcterms:created>
  <dcterms:modified xsi:type="dcterms:W3CDTF">2026-05-04T18:25:50Z</dcterms:modified>
</cp:coreProperties>
</file>